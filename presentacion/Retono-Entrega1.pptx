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 DE APLICACIONES MÓVILES · TALLER ABP ENTREGA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DF0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Retoño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dato nace donde no hay señal.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 Android offline-first para el inventario forestal georreferenciado y el seguimiento de supervivencia de siembras en viveros comunitarios de Antioquia.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github.com/Kepler2412/retono-app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3840480" cy="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Yeison Alberto Gómez Amaya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Ciencias Ambientales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Universitaria Católica del Norte ·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Restaurar no termina con la siembra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Antioquia perdió 7.197 hectáreas de bosque en 2024 (IDEAM), y fue también uno de los departamentos que más redujo su deforestación: hay un esfuerzo de restauración cuyo resultado hay que medir. Solo en cuencas abastecedoras se reforestaron 306 ha con 236.339 árboles en 24 municipios, y para 2025 se presupuestó el mantenimiento de 305 ha ya intervenidas. Ese mantenimiento se mide con la tasa de supervivencia por lote — y ese dato nace en campo.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5844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captura en papel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22452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deterioradas por lluvia, extraviadas o ilegibles. Sin coordenada del individuo.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9718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5844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transcribe días después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22452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Reproceso manual en hoja de cálculo, con errores de digitación acumulados.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29718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5844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consolida tarde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22452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dispersos, versiones inconsistentes y ninguna certeza de que el árbol de la visita 3 sea el de la visita 1.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raíz es la conectividad: según el DANE (2024), el 80,5 % de las personas en cabeceras usó internet a diario, frente al 59,6 % en centros poblados y rural disperso. El técnico no trabaja en un hogar conectado, trabaja en el lote.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PROBLEMA Y OBJETIVO GENERAL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F0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se pregunta y qué se compromete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1600200"/>
          </a:xfrm>
          <a:prstGeom prst="roundRect">
            <a:avLst>
              <a:gd name="adj" fmla="val 6857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50592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manera una aplicación móvil nativa Android con arquitectura offline-first, persistencia en Room y sincronización diferida con WorkManager permite reducir la pérdida de registros de campo y disminuir a menos de 24 horas la consolidación de la tasa de supervivencia por lote, en viveros comunitarios de Antioquia con conectividad intermitente, durante un pilotaje de ocho semanas?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GENERAL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2793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móvil nativa Android offline-first que garantice el registro georreferenciado y la sincronización diferida del inventario forestal, alcanzando más del 98 % de sincronización exitosa y una consolidación de la supervivencia por lote inferior a 24 horas, verificada en dispositivos reales durante ocho semanas.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852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nativo offline-first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5852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≥98 % sync · &lt;24 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5852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maduro, alcance MVP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5852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documentada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5852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Pilotaje de 8 semanas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Tres pasos, tres métricas, tres plazos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 · SEMANA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Investigación de usuario y prototipado UX/UI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240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interactivo en Figma para los flujos de lote, siembra y monitoreo, validando ocho heurísticas de Nielsen con tres usuarios del contexto.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10698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611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 · SEMANA 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Desarrollo frontend e integración 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749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captura y persistencia local en Kotlin con Compose y Room, más el motor de sincronización con WorkManager, con 70 % de cobertura en la capa de dominio.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698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 · SEMANA 8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en dispositivos reales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5257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en tres dispositivos de gamas distintas: arranque en frío, consumo de batería en 4 h, tamaño de APK y usabilidad SUS por encima de 75.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4008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verbo rector por objetivo, en el nivel correspondiente de la taxonomía de Bloom.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DE LA SOLUCIÓN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F0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Tres capas y un núcleo offline-first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3A4C3F"/>
          </a:solidFill>
          <a:ln w="12700">
            <a:solidFill>
              <a:srgbClr val="4A5C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12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PRESENTACIÓN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048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ViewModel · StateFlow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6090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UI observa la base local. Nunca consulta la 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2F6B3F"/>
          </a:solidFill>
          <a:ln w="12700">
            <a:solidFill>
              <a:srgbClr val="4A5C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DOMINIO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6393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Casos de uso · Contratos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8953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puro, sin Android. Se prueba en la JVM sin emulador.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2C4A33"/>
          </a:solidFill>
          <a:ln w="12700">
            <a:solidFill>
              <a:srgbClr val="4A5C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581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73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SQLCipher · WorkManager · Firestore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2978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es la fuente única de verdad; la red actúa por detrás.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69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las dependencias apuntan al dominio · 4 casos de uso · 13 pruebas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965960"/>
            <a:ext cx="3474720" cy="3429000"/>
          </a:xfrm>
          <a:prstGeom prst="roundRect">
            <a:avLst>
              <a:gd name="adj" fmla="val 3200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 DE SINCRONIZACIÓN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542032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Guardar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Room. La UI confirma al instante.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Encolar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espera red. Sobrevive al reinicio.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D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Enviar en orden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Lote, luego siembra, luego monitoreo. Al revés quedarían huérfanos.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Resolver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conflictos quedan visibles para decisión humana.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Y SEGURIDAD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nativo y no multiplataforma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6217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descartada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+ Compose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plugin de trabajo en segundo plano abstrae WorkManager justo en el componente más crítico; sin población iOS la ventaja no se aprovecha.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+ SQLCipher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campo a campo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Cifrar por campo rompe índices y ordenamientos. SQLCipher cifra el archivo completo con AES-256.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en primer plano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de batería inaceptable en jornadas de campo largas.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 en 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asignado por servidor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un registro requeriría red, que es exactamente lo que se busca evitar.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como verdad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Caché offline de Firestore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caché es opaca por registro y resuelve conflictos en silencio. Ver ADR-007.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102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EN EL DISPOSITIVO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440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Cifrado en reposo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769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AES-256 sobre Room, clave en Android Keystore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5440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Reglas del servidor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5769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obligatoria, autoría verificada, borrado prohibido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5440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Transporte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5769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1.2+, texto plano prohibido en toda la app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54406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Fotografías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5769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eliminado al recomprimir; almacenamiento privado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SIMULADOR DE COSTOS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USD para llevar el MVP a la tienda</a:t>
            </a:r>
            <a:endParaRPr lang="en-US" sz="3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9260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único de por vida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Firestore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 mensual (Blaze)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Storage (fotos)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Mensual, 5 GB comprimidos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· FCM · Crashlytics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gratuito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· Netlify · Figma Education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Planes gratuitos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total estimado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C5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2120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2F6B3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5394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85 %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presupuesto de 300 USD queda disponible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52578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E1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holgura no es sobrante.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tres escenarios previstos: crecimiento del almacenamiento de fotografías, contratación de cartografía base sin conexión y compra de un segundo dispositivo de gama baja para las pruebas del objetivo 3. Se descarta el Apple Developer Program por coherencia con el enfoque nativo Android.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DE LA IMPLEMENTACIÓN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8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funciona hoy, y qué no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B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176272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494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persistente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2494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inicia una vez con red; luego días de campo sin ella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779776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52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Lotes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852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y elegir el lote activo, compartido entre pantallas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Registro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validado a 15 m, fotografía procesada, especie del catálogo local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86784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059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Monitoreo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0599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Vivo, muerto o no hallado, con medidas solo cuando corresponde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590288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663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Supervivencia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663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Calculada en el dispositivo, con advertencia si la cobertura es baja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193792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2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2669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Sincronización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5266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→ siembra → monitoreo, con conflictos marcados y visibles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1828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LIMITACIONES DECLARADAS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2176272"/>
            <a:ext cx="4206240" cy="3529584"/>
          </a:xfrm>
          <a:prstGeom prst="roundRect">
            <a:avLst>
              <a:gd name="adj" fmla="val 2591"/>
            </a:avLst>
          </a:prstGeom>
          <a:solidFill>
            <a:srgbClr val="F6F2E4"/>
          </a:solidFill>
          <a:ln w="12700">
            <a:solidFill>
              <a:srgbClr val="E2D9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377440"/>
            <a:ext cx="3703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E1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sin subir a Cloud Storage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ruta local viaja al servidor.
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E1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 sin alineamiento a 16 KB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efecto hoy; importa al publicar en Play.
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E1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de certificado desactivado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 con su procedimiento: pines de ejemplo no protegen nada.
</a:t>
            </a:r>
            <a:pPr indent="0" marL="0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E1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alta de usuario exige conectividad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C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resuelve dando de alta antes de salir a campo.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limitación declarada con su vía de solución demuestra criterio. Una oculta que aparece en la sustentación resta credibilidad al conjunto.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ENTREGABLES Y PROYECCIÓN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F0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queda construido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Aplicación funcional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78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archivos Kotlin, 13 pruebas de dominio, corriendo de extremo a extremo.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Repositorio público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78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github.com/Kepler2412/retono-app · código por capas, 10 ADR y reglas de Firestore.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Documento maestro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8496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pregunta, objetivos SMART, arquitectura, costos, seguridad y limitaciones.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1B2A20"/>
          </a:solidFill>
          <a:ln w="12700">
            <a:solidFill>
              <a:srgbClr val="2C3B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B0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496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interactiva del comportamiento offline, desplegada en Netlify.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23331F"/>
          </a:solidFill>
          <a:ln w="12700">
            <a:solidFill>
              <a:srgbClr val="2F6B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38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semillero.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3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de supervivencia por lote y especie es un dato que hoy se pierde. Un instrumento que lo capture de forma confiable y georreferenciada abre línea de investigación en monitoreo participativo de restauración ecológica, con datos transferibles a las corporaciones autónomas regionales.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B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github.com/Kepler2412/retono-app</a:t>
            </a:r>
            <a:pPr indent="0" marL="0">
              <a:buNone/>
            </a:pPr>
            <a:r>
              <a:rPr lang="en-US" sz="1000" dirty="0">
                <a:solidFill>
                  <a:srgbClr val="6E7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Yeison Alberto Gómez Amaya   ·   Diseño de Aplicaciones Móviles   ·   Católica del Norte   · 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2026-09-01T23:36:14Z</dcterms:created>
  <dcterms:modified xsi:type="dcterms:W3CDTF">2026-09-01T23:36:14Z</dcterms:modified>
</cp:coreProperties>
</file>